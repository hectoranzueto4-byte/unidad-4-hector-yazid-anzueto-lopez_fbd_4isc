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353155" y="1898363"/>
            <a:ext cx="491673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Instituto Tecnológico de Frontera Comalapa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Modalidad Mixta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Materia: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Fundamentos de base de datos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Semestre: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Cuarto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Carrera: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Numero de control: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241260005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Nombre del alumno: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Hector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Yazid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Anzueto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Lopez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Nombre del docente: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Francisco Javier Mingo </a:t>
            </a:r>
            <a:r>
              <a:rPr kumimoji="0" lang="es-MX" altLang="es-MX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Velazquez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Nombre del trabajo: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Actividad </a:t>
            </a:r>
            <a:r>
              <a:rPr lang="es-MX" altLang="es-MX" sz="16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4.3 banco de ejercicios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Fecha de entrega: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Frontera Comalapa, Chiapas a </a:t>
            </a:r>
            <a:r>
              <a:rPr lang="es-MX" altLang="es-MX" sz="16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29 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 </a:t>
            </a:r>
            <a:r>
              <a:rPr lang="es-MX" altLang="es-MX" sz="16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mayo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 2026</a:t>
            </a:r>
            <a:endParaRPr kumimoji="0" lang="es-MX" altLang="es-MX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en 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14" t="17300" r="29520" b="65802"/>
          <a:stretch>
            <a:fillRect/>
          </a:stretch>
        </p:blipFill>
        <p:spPr bwMode="auto">
          <a:xfrm>
            <a:off x="2557938" y="290146"/>
            <a:ext cx="6507163" cy="147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7276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</a:t>
            </a:r>
            <a:r>
              <a:rPr lang="es-MX" dirty="0" smtClean="0"/>
              <a:t>ntroducción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s-MX" dirty="0" smtClean="0"/>
              <a:t>El </a:t>
            </a:r>
            <a:r>
              <a:rPr lang="es-MX" dirty="0"/>
              <a:t>presente banco de ejercicios está diseñado para que el estudiante domine la aplicación de la Primera Forma Normal, 1FN, en el proceso de normalización de bases de datos. A través de casos prácticos con dificultad progresiva, se presentan tablas </a:t>
            </a:r>
            <a:r>
              <a:rPr lang="es-MX" dirty="0" err="1"/>
              <a:t>desnormalizadas</a:t>
            </a:r>
            <a:r>
              <a:rPr lang="es-MX" dirty="0"/>
              <a:t> que violan los principios de atomicidad y contienen grupos repetitivos. </a:t>
            </a:r>
          </a:p>
        </p:txBody>
      </p:sp>
    </p:spTree>
    <p:extLst>
      <p:ext uri="{BB962C8B-B14F-4D97-AF65-F5344CB8AC3E}">
        <p14:creationId xmlns:p14="http://schemas.microsoft.com/office/powerpoint/2010/main" val="912535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Justificación 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MX" dirty="0" smtClean="0"/>
              <a:t>La </a:t>
            </a:r>
            <a:r>
              <a:rPr lang="es-MX" dirty="0"/>
              <a:t>1FN es el primer filtro que separa una hoja de Excel de una base de datos real. Este banco de ejercicios se justifica </a:t>
            </a:r>
            <a:r>
              <a:rPr lang="es-MX" dirty="0" smtClean="0"/>
              <a:t>porque </a:t>
            </a:r>
            <a:r>
              <a:rPr lang="es-MX" dirty="0"/>
              <a:t>la mayoría de errores de diseño inician aquí: meter listas en una celda, repetir columnas como Telefono1, Telefono2, Telefono3, o no definir una llave primaria. Si no se corrige en 1FN, las formas normales siguientes no tienen sentido. </a:t>
            </a:r>
          </a:p>
        </p:txBody>
      </p:sp>
    </p:spTree>
    <p:extLst>
      <p:ext uri="{BB962C8B-B14F-4D97-AF65-F5344CB8AC3E}">
        <p14:creationId xmlns:p14="http://schemas.microsoft.com/office/powerpoint/2010/main" val="328642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236" y="124810"/>
            <a:ext cx="4536832" cy="255196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06" y="3650121"/>
            <a:ext cx="4870938" cy="2739903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4223" y="3650121"/>
            <a:ext cx="4251569" cy="2391508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1310640" y="254000"/>
            <a:ext cx="436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Tabla de contenido en </a:t>
            </a:r>
            <a:r>
              <a:rPr lang="es-MX" dirty="0" err="1" smtClean="0"/>
              <a:t>pg</a:t>
            </a:r>
            <a:r>
              <a:rPr lang="es-MX" dirty="0" smtClean="0"/>
              <a:t> </a:t>
            </a:r>
            <a:r>
              <a:rPr lang="es-MX" dirty="0" err="1" smtClean="0"/>
              <a:t>admin</a:t>
            </a:r>
            <a:endParaRPr lang="es-MX" dirty="0"/>
          </a:p>
        </p:txBody>
      </p:sp>
      <p:sp>
        <p:nvSpPr>
          <p:cNvPr id="8" name="CuadroTexto 7"/>
          <p:cNvSpPr txBox="1"/>
          <p:nvPr/>
        </p:nvSpPr>
        <p:spPr>
          <a:xfrm>
            <a:off x="559426" y="2976880"/>
            <a:ext cx="4870938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Tablas sin normalizar y normalizada en </a:t>
            </a:r>
            <a:r>
              <a:rPr lang="es-MX" dirty="0" err="1" smtClean="0"/>
              <a:t>exel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61138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Conclusión 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s-MX" dirty="0"/>
              <a:t>Tras resolver este banco de ejercicios, el estudiante será capaz de detectar cualquier violación a la Primera Forma Normal y transformarla en un conjunto de tablas que cumplan con atomicidad y eliminación de grupos repetitivos. Se reforzó la regla de oro: una celda, un dato. Además, se practicó la creación de llaves primarias simples y compuestas para garantizar que cada fila sea única e identificable. </a:t>
            </a:r>
          </a:p>
        </p:txBody>
      </p:sp>
    </p:spTree>
    <p:extLst>
      <p:ext uri="{BB962C8B-B14F-4D97-AF65-F5344CB8AC3E}">
        <p14:creationId xmlns:p14="http://schemas.microsoft.com/office/powerpoint/2010/main" val="327873601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</TotalTime>
  <Words>284</Words>
  <Application>Microsoft Office PowerPoint</Application>
  <PresentationFormat>Panorámica</PresentationFormat>
  <Paragraphs>26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Times New Roman</vt:lpstr>
      <vt:lpstr>Trebuchet MS</vt:lpstr>
      <vt:lpstr>Wingdings 3</vt:lpstr>
      <vt:lpstr>Faceta</vt:lpstr>
      <vt:lpstr>Presentación de PowerPoint</vt:lpstr>
      <vt:lpstr>Introducción</vt:lpstr>
      <vt:lpstr>Justificación </vt:lpstr>
      <vt:lpstr>Presentación de PowerPoint</vt:lpstr>
      <vt:lpstr>Conclusión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HP AMD</dc:creator>
  <cp:lastModifiedBy>HP AMD</cp:lastModifiedBy>
  <cp:revision>4</cp:revision>
  <dcterms:created xsi:type="dcterms:W3CDTF">2026-06-01T04:52:40Z</dcterms:created>
  <dcterms:modified xsi:type="dcterms:W3CDTF">2026-06-08T02:30:06Z</dcterms:modified>
</cp:coreProperties>
</file>
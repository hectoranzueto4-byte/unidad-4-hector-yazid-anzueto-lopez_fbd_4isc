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anva.link/cx41t3lglavuqc2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bms/normal-forms-in-dbms/" TargetMode="External"/><Relationship Id="rId2" Type="http://schemas.openxmlformats.org/officeDocument/2006/relationships/hyperlink" Target="https://www.freecodecamp.org/espanol/news/normalizacion-de-base-de-datos-formas-normales-1nf-2nf-3nf-ejemplos-de-tabla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atacamp.com/es/tutorial/normalization-in-sq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353154" y="1898363"/>
            <a:ext cx="491673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Instituto Tecnológico de Frontera Comalapa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Modalidad Mixta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Materia: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Fundamentos de base de datos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Semestre: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Cuarto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Carrera: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Numero de control: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241260005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 del alumno: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Hector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Yazid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Anzueto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Lopez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 del docente: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Francisco Javier Mingo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Velazquez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 del trabajo: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Actividad </a:t>
            </a:r>
            <a:r>
              <a:rPr lang="es-MX" altLang="es-MX" sz="16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4.1 mapa mental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Fecha de entrega: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Frontera Comalapa, Chiapas </a:t>
            </a:r>
            <a:r>
              <a:rPr kumimoji="0" lang="es-MX" altLang="es-MX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</a:t>
            </a:r>
            <a:r>
              <a:rPr lang="es-MX" altLang="es-MX" sz="160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19</a:t>
            </a:r>
            <a:r>
              <a:rPr kumimoji="0" lang="es-MX" altLang="es-MX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</a:t>
            </a:r>
            <a:r>
              <a:rPr lang="es-MX" altLang="es-MX" sz="16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mayo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2026</a:t>
            </a:r>
            <a:endParaRPr kumimoji="0" lang="es-MX" altLang="es-MX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n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14" t="17300" r="29520" b="65802"/>
          <a:stretch>
            <a:fillRect/>
          </a:stretch>
        </p:blipFill>
        <p:spPr bwMode="auto">
          <a:xfrm>
            <a:off x="2443638" y="158261"/>
            <a:ext cx="6507163" cy="147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067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Introducción 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presente mapa mental tiene como propósito organizar y visualizar de forma clara los conceptos clave de la normalización de bases de datos. Partiendo del problema de las anomalías de inserción, actualización y borrado, el mapa desglosa las Formas Normales desde 1FN hasta FNBC, incluyendo sus reglas, dependencias funcionales, llaves candidatas y los pasos para transformar una tabla no normalizada en un diseño eficiente. </a:t>
            </a:r>
          </a:p>
        </p:txBody>
      </p:sp>
    </p:spTree>
    <p:extLst>
      <p:ext uri="{BB962C8B-B14F-4D97-AF65-F5344CB8AC3E}">
        <p14:creationId xmlns:p14="http://schemas.microsoft.com/office/powerpoint/2010/main" val="130501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Justificación 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 normalización es uno de los temas más abstractos de bases de datos y donde más errores cometen los estudiantes. Este mapa mental se justifica porque primero, convierte reglas textuales complejas en una estructura visual jerárquica, facilitando la memorización y comprensión de qué elimina cada forma normal. Segundo, permite ver de un solo vistazo la relación causa-efecto: si tengo redundancia es porque violé 1FN, si tengo dependencia parcial debo aplicar 2FN, etc. Tercero, en la práctica profesional nadie normaliza de memoria; se usan listas de verificación. Este mapa funciona como esa </a:t>
            </a:r>
            <a:r>
              <a:rPr lang="es-MX" dirty="0" err="1"/>
              <a:t>checklist</a:t>
            </a:r>
            <a:r>
              <a:rPr lang="es-MX" dirty="0"/>
              <a:t> para revisar tablas antes de crearlas en </a:t>
            </a:r>
            <a:r>
              <a:rPr lang="es-MX" dirty="0" err="1"/>
              <a:t>PostgreSQL</a:t>
            </a:r>
            <a:r>
              <a:rPr lang="es-MX" dirty="0"/>
              <a:t>, </a:t>
            </a:r>
            <a:r>
              <a:rPr lang="es-MX" dirty="0" err="1"/>
              <a:t>MySQL</a:t>
            </a:r>
            <a:r>
              <a:rPr lang="es-MX" dirty="0"/>
              <a:t> o SQL Server. </a:t>
            </a:r>
          </a:p>
        </p:txBody>
      </p:sp>
    </p:spTree>
    <p:extLst>
      <p:ext uri="{BB962C8B-B14F-4D97-AF65-F5344CB8AC3E}">
        <p14:creationId xmlns:p14="http://schemas.microsoft.com/office/powerpoint/2010/main" val="1913371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hlinkClick r:id="rId2"/>
              </a:rPr>
              <a:t>https://</a:t>
            </a:r>
            <a:r>
              <a:rPr lang="es-MX" dirty="0" smtClean="0">
                <a:hlinkClick r:id="rId2"/>
              </a:rPr>
              <a:t>canva.link/cx41t3lglavuqc2</a:t>
            </a:r>
            <a:r>
              <a:rPr lang="es-MX" dirty="0" smtClean="0"/>
              <a:t>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56047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Conclusión 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/>
              <a:t>ConclusiónTras</a:t>
            </a:r>
            <a:r>
              <a:rPr lang="es-MX" dirty="0"/>
              <a:t> elaborar este mapa mental se concluye que la normalización no es burocracia académica, sino la técnica que garantiza que cada dato esté en un solo lugar y que las tablas representen una sola entidad del mundo real. El mapa deja claro el camino: 1FN elimina grupos repetitivos, 2FN elimina dependencias parciales de la llave primaria, 3FN elimina dependencias transitivas, y FNBC corrige los casos especiales que 3FN no cubre. La principal aportación del mapa es entender que normalizar es un balance: llegar hasta 3FN o FNBC asegura integridad y cero redundancia, pero a veces se </a:t>
            </a:r>
            <a:r>
              <a:rPr lang="es-MX" dirty="0" err="1"/>
              <a:t>desnormaliza</a:t>
            </a:r>
            <a:r>
              <a:rPr lang="es-MX" dirty="0"/>
              <a:t> por rendimiento. Esta herramienta visual ayuda a tomar esa decisión con criterio. La normalización es la diferencia entre una base de datos que escala por años y una que colapsa al mes de estar en producción.</a:t>
            </a:r>
          </a:p>
        </p:txBody>
      </p:sp>
    </p:spTree>
    <p:extLst>
      <p:ext uri="{BB962C8B-B14F-4D97-AF65-F5344CB8AC3E}">
        <p14:creationId xmlns:p14="http://schemas.microsoft.com/office/powerpoint/2010/main" val="2122237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mtClean="0"/>
              <a:t>Fuentes de informacion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smtClean="0"/>
              <a:t>Chris</a:t>
            </a:r>
            <a:r>
              <a:rPr lang="es-MX"/>
              <a:t>, K. (7 de agosto de 2023). freecodecamp. Obtenido de </a:t>
            </a:r>
            <a:r>
              <a:rPr lang="es-MX">
                <a:hlinkClick r:id="rId2"/>
              </a:rPr>
              <a:t>https://www.freecodecamp.org/espanol/news/normalizacion-de-base-de-datos-formas-normales-1nf-2nf-3nf-ejemplos-de-tablas</a:t>
            </a:r>
            <a:r>
              <a:rPr lang="es-MX" smtClean="0">
                <a:hlinkClick r:id="rId2"/>
              </a:rPr>
              <a:t>/</a:t>
            </a:r>
            <a:r>
              <a:rPr lang="es-MX" smtClean="0"/>
              <a:t> </a:t>
            </a:r>
            <a:endParaRPr lang="es-MX"/>
          </a:p>
          <a:p>
            <a:r>
              <a:rPr lang="es-MX"/>
              <a:t>geeksforgeeks. (24 de abril de 2026). geeksforgeeks. Obtenido de </a:t>
            </a:r>
            <a:r>
              <a:rPr lang="es-MX">
                <a:hlinkClick r:id="rId3"/>
              </a:rPr>
              <a:t>https://www.geeksforgeeks.org/dbms/normal-forms-in-dbms</a:t>
            </a:r>
            <a:r>
              <a:rPr lang="es-MX" smtClean="0">
                <a:hlinkClick r:id="rId3"/>
              </a:rPr>
              <a:t>/</a:t>
            </a:r>
            <a:r>
              <a:rPr lang="es-MX" smtClean="0"/>
              <a:t> </a:t>
            </a:r>
            <a:endParaRPr lang="es-MX"/>
          </a:p>
          <a:p>
            <a:r>
              <a:rPr lang="es-MX"/>
              <a:t>Shaibu, S. (30 de julio de 2024). datacamp. Obtenido de </a:t>
            </a:r>
            <a:r>
              <a:rPr lang="es-MX">
                <a:hlinkClick r:id="rId4"/>
              </a:rPr>
              <a:t>https://</a:t>
            </a:r>
            <a:r>
              <a:rPr lang="es-MX" smtClean="0">
                <a:hlinkClick r:id="rId4"/>
              </a:rPr>
              <a:t>www.datacamp.com/es/tutorial/normalization-in-sql</a:t>
            </a:r>
            <a:r>
              <a:rPr lang="es-MX" smtClean="0"/>
              <a:t> </a:t>
            </a:r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548170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</TotalTime>
  <Words>464</Words>
  <Application>Microsoft Office PowerPoint</Application>
  <PresentationFormat>Panorámica</PresentationFormat>
  <Paragraphs>29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Times New Roman</vt:lpstr>
      <vt:lpstr>Trebuchet MS</vt:lpstr>
      <vt:lpstr>Wingdings 3</vt:lpstr>
      <vt:lpstr>Faceta</vt:lpstr>
      <vt:lpstr>Presentación de PowerPoint</vt:lpstr>
      <vt:lpstr>Introducción </vt:lpstr>
      <vt:lpstr>Justificación </vt:lpstr>
      <vt:lpstr>Presentación de PowerPoint</vt:lpstr>
      <vt:lpstr>Conclusión </vt:lpstr>
      <vt:lpstr>Fuentes de informacion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 AMD</dc:creator>
  <cp:lastModifiedBy>HP AMD</cp:lastModifiedBy>
  <cp:revision>5</cp:revision>
  <dcterms:created xsi:type="dcterms:W3CDTF">2026-05-31T20:56:01Z</dcterms:created>
  <dcterms:modified xsi:type="dcterms:W3CDTF">2026-06-01T00:52:21Z</dcterms:modified>
</cp:coreProperties>
</file>